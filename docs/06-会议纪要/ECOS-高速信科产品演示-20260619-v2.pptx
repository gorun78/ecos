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企业认知操作系统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6459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高速信科信息技术有限公司 · 产品演示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从业务目标出发，驱动数据落地  |  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演示议程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AGENDA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行业痛点与ECOS解决方案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810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ECOS平台架构总览 — DIKW认知模型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249424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2494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核心方法论：业务目标驱动的五步数据落地法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688336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688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数据层：Data Catalog · Object Runtime · Data Quality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127248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1272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信息层：Ontology Designer · 术语库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知识层 &amp; 智能层：Workflow · World Model · Agent Mesh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005072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高速信科业务场景实操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443984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443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4439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部署方案与落地路线图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高速公路信息化面临的挑战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数据孤岛严重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收费、监控、养护系统独立运行，数据无法互通共享，跨系统查询靠人工导出Excel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6400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数据质量堪忧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设备数据缺失率高达15%、重复率8%，数据不一致影响统计报表和决策准确性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6400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智能化程度低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事件检测依赖人工巡查，平均故障响应4小时，缺乏AI辅助实时决策能力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17520"/>
            <a:ext cx="6400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692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项目管控困难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年均20+信息化项目并行，进度/质量/成本缺乏统一可视化管控平台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ECOS平台架构 — DIKW认知模型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INFORMATION → KNOWLEDGE → WISDOM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· 智慧层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 目标管理 · Agent Mesh · 智能决策 · 监控仪表盘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· 知识层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Designer · Pipeline Builder · 因果图谱 · 规则引擎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信息层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9260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Designer · 术语库 · 数据血缘 · 语义关系建模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804672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数据层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37033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 · Object Runtime · Data Quality · ETL管道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核心方法论：业务目标驱动的五步数据落地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→ SCENARIO → ONTOLOGY → OBJECT → QUALITY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371600"/>
            <a:ext cx="155448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15544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定义业务目标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明确可量化的KPI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(如：故障响应≤30min)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41732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84248" y="1371600"/>
            <a:ext cx="155448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84248" y="1371600"/>
            <a:ext cx="15544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984248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情景建模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75688" y="201168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分解关键情景与因果链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(告警→派单→维修)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38728" y="141732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39896" y="1371600"/>
            <a:ext cx="155448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371600"/>
            <a:ext cx="15544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本体设计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201168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提取实体/属性/关系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(Equipment+Alert+Inspection)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94376" y="141732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95544" y="1371600"/>
            <a:ext cx="155448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95544" y="1371600"/>
            <a:ext cx="1554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95544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对象落地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86984" y="201168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录入真实业务对象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建立关系与状态机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50024" y="141732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51192" y="1371600"/>
            <a:ext cx="155448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51192" y="1371600"/>
            <a:ext cx="15544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251192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质量闭环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42632" y="201168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配置DQ规则+持续监控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验证目标达成度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核心理念：不问你"有什么数据"，而是问你"要达成什么目标"→ 反向推演需要哪些实体 → 建模 → 落数据 → 持续验证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实战案例：高速信科 World Model 目标体系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3个核心目标 · 4个关键情景 · 情景→目标因果链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设备故障30分钟响应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GOAL-EQ-RESP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30 分钟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当前: 240分钟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22860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94560"/>
            <a:ext cx="228600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2801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280160"/>
            <a:ext cx="64008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项目交付准时率90%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GOAL-PM-OTD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90%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当前: 70%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2194560"/>
            <a:ext cx="22860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2194560"/>
            <a:ext cx="17780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2801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280160"/>
            <a:ext cx="64008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数据质量评分85分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GOAL-DQ-SCORE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85 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当前: 65分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2194560"/>
            <a:ext cx="22860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2194560"/>
            <a:ext cx="1748118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情景→目标因果链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28600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影响目标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预期效果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置信度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告警→派单→维修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故障响应时间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从240→30分钟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巡检→计划维修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故障响应时间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减少60%突发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项目滞后预警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交付准时率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提升20%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DQ扫描→闭环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数据质量评分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提升20分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 — 端到端数据管理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 · OBJECT RUNTIME · DATA QUALITY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42个数据集已注册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自动元数据采集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数据资产分级分类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访问权限管控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65176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Runtime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12类业务实体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44个业务对象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状态机+关系图谱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操作Timeline审计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65176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37160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8条质量规则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完整性/准确性/一致性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自动扫描+问题跟踪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质量趋势仪表盘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信息层 — 本体建模与语义管理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DESIGNER · 术语库 · 数据血缘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高速信科业务本体模型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实体名称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属性数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路段 (RoadSection)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G4/G60/G55三段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 (Equipment)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5类机电设备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工程项目 (Project)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3个在建项目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巡检记录 (Inspection)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最新巡检数据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告警事件 (Alert)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实时告警跟踪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234440"/>
            <a:ext cx="3657600" cy="3474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本体建模核心能力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可视化实体-属性-关系建模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数据类型与约束校验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多版本本体管理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实体继承与组合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1208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与Object Runtime自动联动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术语库标准化定义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知识层 &amp; 智能层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· WORLD MODEL · AGENT MESH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Designer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可视化BPMN流程设计，支持审批流、自动化任务编排、条件分支。对接Object Runtime实现流程中对象状态自动流转。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64008" cy="3017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目标-情景-因果链三层建模。定义业务目标→分解情景假设→建立因果链路。支持What-if分析与影响评估。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371600"/>
            <a:ext cx="64008" cy="3017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Mesh + NLQ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多Agent协同框架+自然语言查询。"G4路段有哪些设备故障？"→自动转换查询→返回结构化结果。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完整链路演示：从目标到数据，5步走通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→ SCENARIO → ONTOLOGY → OBJECT → QUALITY (高速信科实例)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5544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定义目标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377440"/>
            <a:ext cx="1408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设备故障响应≤30分钟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目标值: 30 | 当前值: 240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优先级: 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371600"/>
            <a:ext cx="15544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情景建模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2377440"/>
            <a:ext cx="1408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情景1: 告警→派单→维修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情景2: 巡检→发现隐患→计划维修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置信度: 90% / 60%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371600"/>
            <a:ext cx="15544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本体设计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2377440"/>
            <a:ext cx="1408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Equipment(设备) 4属性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Alert(告警) 4属性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Inspection(巡检) 4属性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371600"/>
            <a:ext cx="1554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对象落地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2377440"/>
            <a:ext cx="1408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5台设备已录入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3条告警实时跟踪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3条巡检记录关联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23760" y="137160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371600"/>
            <a:ext cx="15544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质量闭环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96912" y="2377440"/>
            <a:ext cx="1408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DQ规则自动扫描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告警响应时效监控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目标达成度仪表盘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效果：从"有什么数据"的被动思维，转变为"要达成什么目标"的主动数据建设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高速信科业务场景实操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4大业务场景 · 数据已预置 · 即开即用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设备全生命周期管理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64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设备注册→巡检计划→故障告警→维修闭环，全流程在ECOS中追踪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64008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项目进度实时监控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78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3个在建项目(850万/1200万/500万)进度、预算、承建方履约一目了然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64008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089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数据质量主动治理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8条DQ规则自动扫描→发现问题→指派处理→关闭验证，形成质量闭环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23360"/>
            <a:ext cx="64008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0233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23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智能告警联动响应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407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设备离线自动告警→关联巡检记录→推送运维人员→跟踪处理状态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演示系统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详情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系统地址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http://localhost:5173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登录账号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/ admin123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演示账号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gsxk_pm / Gsxk@2026!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后端API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http://localhost:8081/sys-man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15 · sys_man · 101张表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演示环境已预置高速信科全链路数据：3个业务目标 · 4个情景 · 12个实体 · 44个对象 · 8条DQ规则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部署方案与落地路线图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4阶段 · 8周交付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64008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71600"/>
            <a:ext cx="1965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环境部署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服务器资源准备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PostgreSQL+SpringBoot部署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前端Nginx托管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LDAP/SSO对接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1371600"/>
            <a:ext cx="64008" cy="3291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1371600"/>
            <a:ext cx="19659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第3-4周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数据接入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9748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本体模型定制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存量数据迁移导入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9748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DQ规则配置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ETL管道建立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5488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371600"/>
            <a:ext cx="64008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1371600"/>
            <a:ext cx="19659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第5-6周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流程配置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审批流程设计部署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告警规则配置上线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仪表盘定制开发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用户权限体系建立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94944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9440" y="1371600"/>
            <a:ext cx="64008" cy="3291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Shape 39"/>
          <p:cNvSpPr/>
          <p:nvPr/>
        </p:nvSpPr>
        <p:spPr>
          <a:xfrm>
            <a:off x="6949440" y="1371600"/>
            <a:ext cx="19659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第7-8周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试运行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8660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UAT用户验收测试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8660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性能调优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8660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操作培训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8660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正式上线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6459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 企业认知操作系统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从业务目标出发，驱动数据落地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演示负责人：张明远  |  联系邮箱：zhangmy@gsxk.com  |  2026年6月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让数据产生认知，让认知驱动决策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ECOS企业认知操作系统 - 高速信科产品演示</dc:title>
  <dc:subject>PptxGenJS Presentation</dc:subject>
  <dc:creator>ECOS PMO</dc:creator>
  <cp:lastModifiedBy>ECOS PMO</cp:lastModifiedBy>
  <cp:revision>1</cp:revision>
  <dcterms:created xsi:type="dcterms:W3CDTF">2026-06-19T11:22:15Z</dcterms:created>
  <dcterms:modified xsi:type="dcterms:W3CDTF">2026-06-19T11:22:15Z</dcterms:modified>
</cp:coreProperties>
</file>