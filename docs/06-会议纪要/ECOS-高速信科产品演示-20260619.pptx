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企业认知操作系统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高速信科信息技术有限公司 · 产品演示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演示议程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AGENDA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行业痛点与ECOS解决方案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10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ECOS平台架构概览 — DIKW认知模型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49424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2494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数据层演示：Data Catalog · Object Runtime · Data Quality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2688336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6883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信息层演示：Ontology Designer · 术语库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127248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27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127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知识层演示：Workflow Designer · World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智能层演示：Agent Mesh · AI认知引擎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005072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005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高速信科业务场景实操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443984"/>
            <a:ext cx="3200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4439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4439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部署方案与落地路线图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IT PAIN POINTS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数据孤岛严重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收费、监控、养护等系统独立运行，数据无法互通共享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数据质量堪忧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2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设备数据缺失、重复、不一致，影响决策准确性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智能化程度低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事件检测依赖人工，告警响应慢，缺乏AI辅助决策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项目管控困难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3566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信息化项目多、工期紧，缺乏统一的进度与质量管控平台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ECOS平台架构 — DIKW认知模型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→ INFORMATION → KNOWLEDGE → WISDOM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· 智慧层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371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Mesh · AI认知引擎 · 智能决策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· 知识层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488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· World Model · Pipeline · 因果图谱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信息层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2926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· 术语库 · 数据血缘 · 语义建模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数据层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703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· Object Runtime · Data Quality · ETL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↑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 — 端到端数据管理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· OBJECT RUNTIME · DATA QUALITY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42个数据集已注册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自动元数据采集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数据资产分级分类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访问权限管控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Runtime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12类业务实体建模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44个业务对象实例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状态机 + 关系图谱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操作Timeline审计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651760" cy="32004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8条数据质量规则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完整性/准确性/一致性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自动扫描+问题跟踪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质量趋势仪表盘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信息层 — 本体建模与语义管理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DESIGNER · 术语库 · 数据血缘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高速信科业务本体模型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实体名称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属性数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路段 (RoadSection)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G4/G60/G55三段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 (Equipment)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5类机电设备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工程项目 (Project)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3个在建项目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巡检记录 (Inspection)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3条最新巡检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告警事件 (Alert)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4属性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3条实时告警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234440"/>
            <a:ext cx="365760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本体建模核心能力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可视化实体-属性-关系建模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数据类型与约束校验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多版本本体管理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实体继承与组合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与Object Runtime自动联动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术语库标准化定义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知识层 — 流程编排与因果推理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DESIGNER · WORLD MODEL ·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017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Designer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可视化BPMN流程设计，支持审批流、自动化任务编排、条件分支、并行执行。可对接Object Runtime实现流程中对象状态自动流转。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73152" cy="3017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目标-情景-因果链三层建模。定义业务目标，构建情景假设，建立因果链路。支持What-if分析与影响评估。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73152" cy="3017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Builder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数据管道拖拽式构建。支持ETL/ELT双模式，40+内置算子，实时监控管道执行状态与数据质量。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智能层 — AI认知引擎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MESH · 自然语言查询 · 智能决策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3017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Mesh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多Agent协同框架，支持Agent注册、调度、通信。每个Agent独立配置模型、工具与知识库，实现专业化分工。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73152" cy="3017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NLQ自然语言查询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"G4路段有哪些设备故障？" → 自动转换为SQL/API调用 → 返回结构化结果。支持中文自然语言交互式数据查询。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651760" cy="30175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371600"/>
            <a:ext cx="73152" cy="3017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Control总览面板，实时展示系统运行状态、数据流水线、Agent活动、审计日志。一站式运营指挥中心。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高速信科业务场景实操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SCENARIOS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设备全生命周期管理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64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从设备注册→巡检计划→故障告警→维修闭环，全流程在ECOS中追踪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项目进度实时监控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78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3个在建项目进度、预算执行、承建方履约情况一目了然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数据质量主动治理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DQ规则自动扫描→发现问题→指派处理→关闭验证，形成质量闭环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23360"/>
            <a:ext cx="50292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智能告警联动响应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407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设备离线自动告警→关联巡检记录→推送运维人员→跟踪处理状态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演示系统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36576"/>
          </a:xfrm>
          <a:prstGeom prst="rect">
            <a:avLst/>
          </a:prstGeom>
          <a:solidFill>
            <a:srgbClr val="1C7293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详情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系统地址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http://localhost:5173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登录账号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/ admin123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演示账号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gsxk_pm / Gsxk@2026!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后端API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http://localhost:8081/sys-man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15 · sys_man · 101张表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演示环境已预置高速信科业务数据：5个本体实体 · 23个属性 · 44个业务对象 · 3个项目 · 8条质量规则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部署方案与落地路线图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ROADMAP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65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环境部署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服务器资源准备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+ Spring Boot部署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前端Nginx静态托管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LDAP/SSO对接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1371600"/>
            <a:ext cx="1965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数据接入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974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本体模型定制（高速信科域）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存量数据迁移导入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数据质量规则配置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ETL管道建立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71600"/>
            <a:ext cx="19659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第5-6周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流程配置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审批流程设计部署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告警规则配置上线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仪表盘定制开发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用户权限体系建立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1417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49440" y="137160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0" y="1371600"/>
            <a:ext cx="196596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1627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第7-8周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8660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866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UAT用户验收测试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086600" y="28072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性能调优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86600" y="31912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操作培训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86600" y="35753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正式上线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45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 企业认知操作系统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高速信科 — 让数据产生认知，让认知驱动决策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演示负责人：张明远  |  联系邮箱：zhangmy@gsxk.com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ECOS企业认知操作系统 - 高速信科产品演示</dc:title>
  <dc:subject>PptxGenJS Presentation</dc:subject>
  <dc:creator>ECOS PMO</dc:creator>
  <cp:lastModifiedBy>ECOS PMO</cp:lastModifiedBy>
  <cp:revision>1</cp:revision>
  <dcterms:created xsi:type="dcterms:W3CDTF">2026-06-19T11:11:39Z</dcterms:created>
  <dcterms:modified xsi:type="dcterms:W3CDTF">2026-06-19T11:11:39Z</dcterms:modified>
</cp:coreProperties>
</file>